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90" r:id="rId41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88952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Healthcare Data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366F1"/>
                </a:solidFill>
                <a:latin typeface="Calibri"/>
              </a:rPr>
              <a:t>End-to-End Real-Time Streaming, Batch Analytics &amp; AI-Powered Querying on AWS EC2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[Your Name]  |  [Institution]  | 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Kafka  ·  Flink  ·  MySQL  ·  Airflow  ·  Spark  ·  FastAPI  ·  React  ·  LLaMA 4  ·  AWS EC2  · 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 /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Problem with Healthcare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E2E8F0"/>
                </a:solidFill>
                <a:latin typeface="Calibri"/>
              </a:rPr>
              <a:t>• Healthcare organizations generate thousands of records daily — patients, appointments, billing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E2E8F0"/>
                </a:solidFill>
                <a:latin typeface="Calibri"/>
              </a:rPr>
              <a:t>• Data is fragmented across siloed systems — no unified, real-time view of operations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E2E8F0"/>
                </a:solidFill>
                <a:latin typeface="Calibri"/>
              </a:rPr>
              <a:t>• Analytics rely on manual exports and overnight batch reports — always hours or days stale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E2E8F0"/>
                </a:solidFill>
                <a:latin typeface="Calibri"/>
              </a:rPr>
              <a:t>• Operational teams cannot query data without writing SQL or waiting for an IT request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E2E8F0"/>
                </a:solidFill>
                <a:latin typeface="Calibri"/>
              </a:rPr>
              <a:t>• No live visibility into streaming pipeline health or infrastructure status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E2E8F0"/>
                </a:solidFill>
                <a:latin typeface="Calibri"/>
              </a:rPr>
              <a:t>• Decision-making is delayed because dashboards show yesterday's data, not today's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2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What This Platform Achieves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689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O-01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Ingest 10 event types in real-time (5 clinical + 5 monitoring)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Apache Kafka 7.4.0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O-02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Validate &amp; clean streaming records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Apache Flink 1.18 (PyFlink)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O-03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Persist data with idempotent upserts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MySQL 8.0 — ON DUPLICATE KEY UPDATE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O-04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Orchestrate daily batch analytics at 02:00 UTC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Apache Airflow 2.9.3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O-05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Compute 20 KPI aggregation tables (4 PySpark jobs)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Apache Spark 3.5.0 (PySpark)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O-06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Interactive 8-page analytics dashboard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FastAPI 0.111.0 + React/Vite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O-07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Natural language data querying via AI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LLaMA 4 Scout + LangChain + Groq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O-08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Live infrastructure health monitoring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10 TCP/HTTP probes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15568"/>
          <a:ext cx="111556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149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Cloud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AWS EC2 — ap-south-1 (Mumbai)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2× m7i-flex.large instances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Containerization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Docker + Docker Compose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All services containerized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Messaging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Apache Kafka (Confluent)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7.4.0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Real-time event streaming — 5 topics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Stream Processing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Apache Flink (PyFlink)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1.18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Validate events, upsert to MySQL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Operational 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MySQL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5 operational + 15 analytics tables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Orchestration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Apache Airflow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2.9.3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Daily DAG — LocalExecutor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Batch Compute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Apache Spark (PySpark)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3.5.0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15 KPI aggregation tables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API Backend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FastAPI + Uvicorn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0.111.0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7 REST routers, SSE streaming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 Framework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LangChain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0.3.x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Tool-calling loop, message history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 Provider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Groq API — LLaMA 4 Scout 17B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Free tier: 100K tokens/day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React + Vite + Tailwind CSS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18 / 5.x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7-page SPA dashboard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500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Python 3.11 + Node.js 18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All backend, Flink, Spark, Airflow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4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Project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Calibri"/>
              </a:rPr>
              <a:t>✅  In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Real-time event streaming &amp; validation (Kafka + Flink)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Operational data storage — upsert semantics (MySQL)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Daily batch analytics orchestration (Airflow + Spark)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Interactive 8-page dashboard (FastAPI + React)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AI natural language querying (LangChain + Groq)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Infrastructure health monitoring — 10 services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Data entry from dashboard → Kafka → MySQL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Full containerized AWS EC2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Calibri"/>
              </a:rPr>
              <a:t>❌  Out of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72768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User authentication / role-based access control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Multi-region or multi-broker Kafka cluster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TLS/SSL encryption (data in transit)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CI/CD pipeline (GitHub Actions, Jenkins)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External BI tools (Grafana, Metabase, Tableau)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Mobile application (iOS / Android)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Data archival to S3 or cold storage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Alerting &amp; on-call notifications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27432" cy="53949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System Architecture — Two EC2 Instances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120640" cy="5212080"/>
          </a:xfrm>
          <a:prstGeom prst="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EC21  —  65.0.80.152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Streaming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Faker Producer  →  Kafka (10 topics)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PyFlink  →  Validates all events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MySQL :3308  →  10 operational tables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Flink UI :8081  |  Kafka UI :8085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8 Docker containers (healthcare-net)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188720"/>
            <a:ext cx="5120640" cy="5212080"/>
          </a:xfrm>
          <a:prstGeom prst="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234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EC22  —  3.6.92.19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5727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Analytics + Dashboard +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9202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Airflow 2.9.3  →  Orchestrates daily DAG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Spark 3.5.0  →  20 analytics tables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FastAPI :8000  →  8 REST routers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React :3000  →  8-page dashboard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AI Chat  →  LLaMA 4 + 7 live tools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8 Docker containers (ec22-net)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04688" y="2743200"/>
            <a:ext cx="114300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2834640"/>
            <a:ext cx="1371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JDBC :3308
Kafka :9092
HTTP :8081,:8085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6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EC21 — Real-Time Streaming Pipeline (8 Containers)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Container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Port(s)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Restart Policy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zookeeper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:2181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unless-stopped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Kafka broker coordination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kafka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:9092 / :29092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unless-stopped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Message broker — 5 topics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kafka-ui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:8085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unless-stopped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Kafka monitoring dashboard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mysql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:3308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unless-stopped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Operational DB — 5 tables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producer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internal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no (run once)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Faker event generator — 100 events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flink-jobmanager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:8081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unless-stopped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Flink REST UI + job control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flink-taskmanager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internal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unless-stopped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Executes streaming tasks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flink-job-submitter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internal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no (run once)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Auto-submits healthcare_job.py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692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Network: healthcare-net (bridge)  |  Volumes: mysql-data, kafka-data, zookeeper-data/log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EC22 — Analytics + Dashboard (8 Containers)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77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Container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Port(s)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Restart Policy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postgres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:5432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unless-stopped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Airflow metadata database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airflow-init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no (run once)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DB migrations + admin user creation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airflow-webserver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:8080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unless-stopped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Airflow UI — DAG management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airflow-scheduler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internal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unless-stopped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Triggers DAG runs on schedule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spark-master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:9090 / :7077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unless-stopped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Spark cluster master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spark-worker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:8082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unless-stopped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Spark worker — 2 cores, 2 GB RAM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dashboard-api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:8000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unless-stopped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FastAPI — 7 REST routers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dashboard-ui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:3000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unless-stopped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React (nginx) — 7-page dashboard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692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Network: ec22-net (bridge)  |  Volumes: postgres-data, airflow-logs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8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EC22 — Dashboard Architecture (FastAPI + React)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Router Prefix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Data Source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Endpoints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/api/financial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Financial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EC21 MySQL analytics_*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/revenue-by-doctor, /monthly-revenue, /outstanding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/api/operational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Operational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EC21 MySQL analytics_*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/appointment-status, /peak-hours, /scorecard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/api/patients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Patients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EC21 MySQL analytics_*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/spending, /age-groups, /retention, /new-trend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/api/pipeline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Airflow REST API :8080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/status (GET), /trigger (POST)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/api/data-entry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Data Entry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EC21 Kafka :9092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POST /patient, /appointment, /treatment, /billing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/api/infrastructure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Infrastructure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TCP + HTTP probes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/health — 10 service checks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/api/chat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 Chat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LangChain + Groq API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/message (SSE), /insights (sync)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4864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CORS enabled for all origins  |  Uvicorn async server  |  SSE for AI chat streaming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9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AWS Infrastructure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EC2 Configuration  (both instances):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0876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Instance Type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m7i-flex.large — 2 vCPU, 8 GB RAM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ap-south-1 (Mumbai)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AMI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Ubuntu Server 22.04 LTS (64-bit x86)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30 GB gp3 EBS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Key Pair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serversfinal.pem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1704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EC21 Security Group — Inbound: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50876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SSH (My IP only)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9092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Kafka external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3308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MySQL (EC22 SG)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8081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Flink UI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8085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Kafka UI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8862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EC22 Security Group — Inbound: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4224528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Protocol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TCP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SSH (My IP only)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8080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TCP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Airflow UI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9090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TCP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Spark Master UI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8000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TCP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FastAPI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3000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TCP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React Dashboard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Docker Networking &amp; Volumes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Calibri"/>
              </a:rPr>
              <a:t>EC21 — healthcare-net (bridge)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Internal: kafka:29092, mysql:3306, zookeeper:2181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External host ports: 9092, 3308, 8081, 8085, 2181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mysql-data volume — persists DB across restarts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kafka-data + zookeeper volumes — persist topic data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All critical containers have healthcheck blocks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depends_on with condition: service_healthy enforces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Calibri"/>
              </a:rPr>
              <a:t>EC22 — ec22-net (bridge)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72768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Internal: postgres:5432, airflow-webserver:8080, spark-master:7077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Cross-EC2 to EC21: 65.0.80.152:3308 (MySQL JDBC)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Cross-EC2 to EC21: 65.0.80.152:9092 (Kafka producer)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postgres-data volume — Airflow metadata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airflow-logs volume — task execution logs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x-airflow-common YAML anchor — avoids config duplication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27432" cy="53949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11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Faker Data Producer — Event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EC21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Calibri"/>
              </a:rPr>
              <a:t>Execution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Wait for Kafka (15 retries × 5s = 75s max)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Create 10 topics via KafkaAdminClient (5 clinical + 5 monitoring)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Send 20 patients (P001–P020) at 50ms intervals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Send 10 doctors (D001–D010) at 50ms intervals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Loop: generate 7 events/tick (clinical + monitoring topics)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Exit after MAX_EVENTS=100 (configurable, 0=unlimited)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Calibri"/>
              </a:rPr>
              <a:t>Data Ranges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72768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Patients: DOB 1950–2000, 8 insurance providers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Doctors: 12 specializations, 5 hospital branches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Appointments: 2023–2024 dates, 4 statuses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Treatments: 8 types, cost ₹500–₹8,000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Billing: Cash/Insurance/Card, Paid/Pending/Failed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Send interval: 2 seconds (SEND_INTERVAL env var)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27432" cy="53949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12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Apache Kafka — 10 Topics &amp; Message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EC21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Format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Partitions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Fields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patients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P001–P020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patient_id, gender, DOB, insurance_provider, email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doctors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D001–D010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doctor_id, specialization, years_experience, hospital_branch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appointments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A0001–A0100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appointment_id, patient_id, doctor_id, date, time,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treatments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T0001–T0100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treatment_id, appointment_id, type, cost, treatment_date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billing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B0001–B0100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bill_id, patient_id, treatment_id, amount, payment_method,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patient_vitals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UUID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vital_id, patient_id, heart_rate, spo2, bp, temperature, flag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lab_reports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UUID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report_id, patient_id, test_name, result, unit, normal_range, flag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hospital_events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UUID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event_id, patient_id, department_id, event_type, amount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icu_codes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UUID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code_id, patient_id, department_id, code_type, severity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departments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DEPT01–DEPT05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department_id, name, head_doctor_id, location, capacity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1148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Message Format Details: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4348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Serialization: JSON + UTF-8 encoding for both key and value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Broker: Confluent Kafka 7.4.0  |  Listeners: PLAINTEXT (internal :29092), PLAINTEXT_HOST (external :9092)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KAFKA_ADVERTISED_LISTENERS: 65.0.80.152:9092 — required for EC22 data entry writes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Auto topic creation: DISABLED — producer creates explicitly via KafkaAdminClient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13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Apache Flink — Validation &amp; Stream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EC21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Entity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Validation Rules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Patient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gender ∈ {M, F} | valid DOB + registration date (YYYY-MM-DD) | email regex match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Doctor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years_experience: integer in range 0–60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Appointment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valid date + time (HH:MM:SS) | status ∈ {Scheduled, Completed, Cancelled, No-show}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Treatment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cost must be float &gt; 0 | valid treatment_date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Billing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amount &gt; 0 | payment_method ∈ 7 values (Cash, Card, UPI, Insurance, Mobile, Corporate, Government) | payment_status ∈ {Paid, Pending, Failed}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PatientVitals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HR: 30–250 | SpO2: 50–100 | systolic: 50–250 | diastolic: 30–150 | temp: 33–45°C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LabReport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flag ∈ {normal, low, high, critical} | test_name required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HospitalEvent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event_type ∈ 7-value enum (Admission, Discharge, Surgery, Emergency, Transfer, Procedure, Observation)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IcuCode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severity ∈ {CRITICAL, HIGH} | code_type required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department_id ≥ 2 chars | name, head_doctor_id, location, capacity all required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8404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ProcessFunction Flow: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605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Parse JSON  →  [error] side-output INVALID_TAG with error JSON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Run validator(dict)  →  [invalid] side-output INVALID_TAG + log.warning()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Convert dict → typed Flink Row  →  emit to main stream  →  JdbcSink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Two Flink jobs: healthcare_job.py (5 clinical) + monitoring_job.py (5 monitoring)
• JDBC sink: batch_interval=1000ms, batch_size=100, max_retries=3  |  Checkpoint: every 10s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MySQL Operational Schema — Entity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EC21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Primary Key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Foreign Keys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Columns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patients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patient_id (P001–P020)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gender, DOB, registration_date, insurance_provider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doctors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doctor_id (D001–D010)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specialization, years_experience, hospital_branch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appointments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appointment_id (A0001+)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patient_id → patients
doctor_id → doctors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appointment_date, appointment_time,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treatments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treatment_id (T0001+)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appointment_id → appointments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treatment_type, cost, treatment_date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billing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bill_id (B0001+)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patient_id → patients
treatment_id → treatments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amount, payment_method, payment_status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5720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Relationships: patients ←── appointments ──→ doctors | appointments ──→ treatments ──→ billing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foreign_key_checks=0 in JDBC URL — allows any Kafka message arrival order (no FK violation)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ON DUPLICATE KEY UPDATE on all 10 tables — Flink replay from checkpoint cannot create duplicates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Flink → MySQL: Upsert Pattern &amp; Reliability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EC21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Calibri"/>
              </a:rPr>
              <a:t>JDBC Execution 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batch_interval_ms: 1,000 ms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batch_size: 100 rows per flush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max_retries: 3 on transient failures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Driver: com.mysql.cj.jdbc.Driver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useSSL=false | serverTimezone=UTC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foreign_key_checks=0 (JDBC URL param)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Calibri"/>
              </a:rPr>
              <a:t>Why Upsert?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72768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Flink reads from earliest offset on restart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Re-processing same message must not duplicate rows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ON DUPLICATE KEY UPDATE — safe idempotent re-run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Same appointment_id just updates in place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At-least-once delivery with data correctness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Checkpoint every 10s — Kafka offset saved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27432" cy="53949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Airflow DAG — Orchestration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EC22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11155680" cy="27432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10881360" cy="2523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ourier New"/>
              </a:rPr>
              <a:t>start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└──► check_mysql_connection       (PythonOperator — verify MySQL + row count)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└──► init_analytical_schema   (PythonOperator — CREATE TABLE IF NOT EXISTS ×20)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          └──► wait_for_spark_cluster  (SparkClusterSensor — poll every 15s)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                     ├──► financial_analytics    (SparkSubmitOperator — 7 tables)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                     ├──► operational_analytics  (SparkSubmitOperator — 4 tables)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                     ├──► patient_analytics      (SparkSubmitOperator — 4 tables)
                                   └──► monitoring_analytics   (SparkSubmitOperator — 5 tables)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                                    └──► pipeline_complete   (EmptyOperator)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02336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Schedule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0 2 * * *  (daily at 02:00 UTC)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Max active runs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 — prevents concurrent executions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Catchup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False — no backfilling of missed runs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Default retries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2 × with 5-minute retry delay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Executor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LocalExecutor  |  Meta DB: PostgreSQL 15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17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Airflow DAG — Task Breakdown &amp;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EC22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Task ID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Operator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start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EmptyOperator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DAG entry point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check_mysql_connection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PythonOperator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Connects via pymysql — SELECT COUNT(*) FROM patients — confirms data exists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init_analytical_schema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PythonOperator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Reads analytical_schema.sql — runs CREATE TABLE IF NOT EXISTS for all 15 analytics tables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wait_for_spark_cluster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SparkClusterSensor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Polls Spark REST API every 15s — requires ≥1 ALIVE worker — timeout 300s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financial_analytics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SparkSubmitOperator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spark-submit financial_analytics.py — conn_id=spark_default — jars=mysql-connector-j.jar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operational_analytics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SparkSubmitOperator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spark-submit operational_analytics.py — runs in parallel with financial + patient jobs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patient_analytics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SparkSubmitOperator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spark-submit patient_analytics.py — runs in parallel with financial + operational jobs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pipeline_complete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EmptyOperator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Success marker — all 15 analytics tables now refreshed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monitoring_analytics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SparkSubmitOperator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Submits monitoring_analytics.py — 5 tables (vitals, lab, events, ICU, departments)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PySpark — Financial Analytics Job (7 Tables)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EC22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Analytics Table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Dimensions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Metrics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analytics_revenue_by_doctor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Per doctor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total_bills, total_revenue, avg_bill_amount, max_bill_amount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analytics_revenue_by_specialization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Per specialization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doctor_count, total_appointments, total_revenue, avg_revenue_per_doc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analytics_revenue_by_branch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Per hospital branch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doctor_count, total_appointments, total_revenue, avg_revenue_per_appt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analytics_billing_payment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method × status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bill_count, total_amount, avg_amount, pct_of_total_revenue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analytics_outstanding_payments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Pending + Failed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bill_count, total_outstanding, avg_outstanding, oldest_bill_date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analytics_monthly_revenue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Year + Month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bill_count, total_revenue, avg_revenue, mom_growth_pct (LAG window)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analytics_treatment_cost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Per treatment type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treatment_count, avg/min/max/total cost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2120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Source tables: appointments JOIN treatments JOIN billing JOIN doctors (all cached in memory)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Write mode: TRUNCATE + overwrite on each run — always fresh data, never accumulates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Window function: Window.orderBy(year, month) with F.lag() for month-over-month growth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PySpark — Operational &amp; Patient Analytics (8 Tables)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EC22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Calibri"/>
              </a:rPr>
              <a:t>Operational Analytics (4 tables)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analytics_appointment_status
  → Count per status, completion_rate %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analytics_doctor_workload
  → appointments_count, unique_patients, avg_cost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analytics_peak_hours
  → appointment_count per hour-of-day (0–23)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analytics_top_doctors_scorecard
  → Composite score: revenue + workload +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Calibri"/>
              </a:rPr>
              <a:t>Patient Analytics (4 tables)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72768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analytics_patient_spending
  → total_spend, avg_spend, max_spend, visit_count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analytics_patient_age_groups
  → patient_count per age bracket (0–18, 19–35, 36–55, 56+)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analytics_patient_retention
  → returning patients flag, retention_rate, avg_visits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analytics_new_patient_trend
  → new_registrations per year +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27432" cy="53949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2179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366F1"/>
                </a:solidFill>
                <a:latin typeface="Calibri"/>
              </a:rPr>
              <a:t>Total: 15 analytics tables — see next slide for Monitoring Analytics (5 tables → 20 total) — all run in parallel by Airflow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PySpark — Monitoring Analytics Job (5 Tables)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EC22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Analytics Table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Metrics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analytics_vitals_patient_summary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Per patient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reading_count, avg_heart_rate, avg_spo2, avg_systolic_bp, avg_diastolic_bp, avg_temperature, anomaly_count, anomaly_rate_pct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analytics_lab_test_summary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Per test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total_tests, normal_count, low_count, high_count, critical_count, avg_value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analytics_hospital_event_summary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Per event type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event_count, total_amount, avg_amount, unique_patients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analytics_icu_code_summary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code_type × severity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code_count, unique_patients, most_common_outcome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analytics_department_activity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Per department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total_events, total_icu_codes, critical_icu_count, total_amount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2120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Source tables: patient_vitals, lab_reports, hospital_events, icu_codes, departments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Write mode: TRUNCATE + overwrite — idempotent on every Airflow run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Dashboard page: Monitoring — anomaly rates, lab flag distribution, ICU breakdown, dept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Analytical Schema — Design Rationale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EC22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Calibri"/>
              </a:rPr>
              <a:t>Why Pre-Aggregate with Spark?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Dashboard reads: SELECT * FROM analytics_revenue_by_doctor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Single-table query → sub-100ms response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vs. raw JOIN: appointments ⋈ treatments ⋈ billing ⋈ doctors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Spark owns transformation logic — API stays simple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Each Spark job is independently testable + deployable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Source tables cached in memory — read EC21 MySQL only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Calibri"/>
              </a:rPr>
              <a:t>Why Write Back to EC21 MySQL?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72768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Dashboard needs only ONE MySQL connection string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No separate analytics database to provision or sync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20 analytics tables coexist with 10 operational tables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Idempotency built-in at every step: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94A3B8"/>
                </a:solidFill>
                <a:latin typeface="Calibri"/>
              </a:rPr>
              <a:t>    ▸ init_analytical_schema: CREATE TABLE IF NOT EXISTS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94A3B8"/>
                </a:solidFill>
                <a:latin typeface="Calibri"/>
              </a:rPr>
              <a:t>    ▸ Spark write: TRUNCATE + overwrite each run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94A3B8"/>
                </a:solidFill>
                <a:latin typeface="Calibri"/>
              </a:rPr>
              <a:t>    ▸ Flink upsert: ON DUPLICATE KEY UPDATE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27432" cy="53949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Spark Job Architecture — utils.py Shared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EC22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utils.py — Shared JDBC helpers (imported by all 4 Spark jobs):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36192"/>
            <a:ext cx="11155680" cy="11887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881360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ourier New"/>
              </a:rPr>
              <a:t>build_spark_session(app_name)  →  Configures JDBC driver, legacy time parser, memory settings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read_table(spark, table_name)  →  Reads from EC21 MySQL via JDBC  →  returns DataFrame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write_table(df, table_name)    →  TRUNCATE + overwrite via JDBC, batchsize=1000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34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Per-job execution pattern: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1.  build_spark_session('HealthcareFinancialAnalytics')  →  setLogLevel('WARN')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2.  read_table() for each source table  →  .cache() in memory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3.  Run aggregation functions (one function per analytics table)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4.  write_table() for each output (TRUNCATE + overwrite)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5.  spark.stop()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350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Spark config: spark.sql.legacy.timeParserPolicy=LEGACY | executor.memory=1g | driver.memory=1g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FastAPI Backend — 8 Routers &amp;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Dashboard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Router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Prefix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Endpoints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Data Source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financial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/api/financial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/revenue-by-doctor, /monthly-revenue, /outstanding, /billing-payment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EC21 MySQL analytics_*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operational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/api/operational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/appointment-status, /peak-hours, /doctor-workload, /scorecard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EC21 MySQL analytics_*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patients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/api/patients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/spending, /age-groups, /retention, /new-trend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EC21 MySQL analytics_*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monitoring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/api/monitoring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/vitals-summary, /lab-test-summary, /hospital-event-summary, /icu-code-summary, /dept-activity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EC21 MySQL analytics_*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/api/pipeline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/status (GET), /trigger (POST)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Airflow REST API :8080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data_entry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/api/data-entry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POST /patient, /doctor, /appointment, /treatment, /billing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EC21 Kafka :9092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infrastructure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/api/infrastructure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/health — 10 TCP + HTTP probes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Live network probes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chat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/api/chat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/message (SSE streaming), /insights (sync JSON)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LangChain + Groq API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39496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CORS: allow_origins=['*'] | pymysql DictCursor for all MySQL reads | httpx for Airflow + Flink REST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24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React Dashboard — 8 Pages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Dashboard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UI Components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Data Shown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Financial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KPI cards, bar chart (by doctor), line chart (monthly trend), revenue table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Total revenue, outstanding, top earning doctor, MoM growth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Operational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Donut chart (status), bar chart (peak hours), workload table, scorecard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Appointment status %, busiest hours, doctor workload, composite ranking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Patients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Pie chart (age groups), KPI cards, new patient trend line, spending table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Retention rate, age distribution, avg spend, new registrations/month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Monitoring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KPI cards (anomalies, critical labs, ICU codes), bar chart (patient anomaly rates), stacked bar (lab flags), pie (ICU types), dept activity table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Vitals anomaly rates, lab flag distribution, ICU code breakdown, hospital event types, department activity summary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DAG status card, task list with state badges + duration, Trigger button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Last DAG run state, per-task status, execution timestamps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Infrastructure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10 health cards — ✅ online / ❌ offline with response_ms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Live status of all 10 services across EC21 + EC22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Data Entry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Forms for each entity type — validate and submit on save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Submits to Kafka → Flink → MySQL in real-time (~3s end-to-end)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 Chat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Suggestion chips, tool chips (🔍📨⚡🖥️), markdown response bubbles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Answers from live tools — DB, pipeline, Kafka, Flink, infra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Data Entry — Dashboard Form to MySQL (Real-Time)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Dashboard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11155680" cy="38404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10881360" cy="3621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ourier New"/>
              </a:rPr>
              <a:t>1.  User fills form on React DataEntry page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2.  POST /api/data-entry/{entity}  with JSON payload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3.  FastAPI router validates required fields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4.  kafka-python KafkaProducer.send(topic, key=entity_id, value=json)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Bootstrap server: 65.0.80.152:9092  (EC21 public IP, PLAINTEXT_HOST)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5.  EC21 Kafka broker receives message on topic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6.  PyFlink consumer picks up message  →  validate  →  convert  →  JdbcSink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7.  MySQL upsert completes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8.  Next dashboard page refresh shows new record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Typical end-to-end latency: 2 – 4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2120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Supported entities: patients, doctors, appointments, treatments, billing
          + monitoring: vitals, lab_reports, hospital_events, icu_codes, departments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Response: {"status": "published", "topic": "appointments", "key": "A0101"}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Infrastructure Health — 10 Live Service Probes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Dashboard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156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Probe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EC21 — Kafka broker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TCP  :9092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65.0.80.152:9092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EC21 — MySQL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TCP  :3308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65.0.80.152:3308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EC21 — Zookeeper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TCP  :2181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65.0.80.152:2181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EC21 — Flink UI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HTTP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65.0.80.152:8081/jobs/overview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EC21 — Kafka UI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HTTP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65.0.80.152:8085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EC22 — Airflow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HTTP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airflow-webserver:8080/health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EC22 — Spark Master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HTTP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spark-master:8080/json/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EC22 — Spark Worker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HTTP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spark-worker:8081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EC22 — PostgreSQL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TCP  :5432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postgres:5432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5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EC22 — Dashboard API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HTTP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dashboard-api:8000/health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978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All 10 probes run concurrently — total health check completes in ≤5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AI Chat — LangChain + Groq + Manual Tool-Calling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11155680" cy="50292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52728"/>
            <a:ext cx="10881360" cy="4809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Courier New"/>
              </a:rPr>
              <a:t>User types question  →  POST /api/chat/message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│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└──► asyncio.create_task(run_agent())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│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├── messages = [SystemMessage, ...history, HumanMessage]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│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└── for _ in range(8):  # max 8 tool-call iterations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        response = await llm.bind_tools(ALL_TOOLS).ainvoke(messages)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        │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        ├── if GroqAPIError (failed_generation):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        │       inject correction HumanMessage → retry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        │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        ├── if response.tool_calls: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        │       execute each tool  →  append ToolMessage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        │       SSE: {type:'tool_start'}  →  {type:'tool_end'}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        │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        └── else:  return response.content</a:t>
            </a:r>
          </a:p>
          <a:p>
            <a:r>
              <a:rPr sz="1100">
                <a:solidFill>
                  <a:srgbClr val="E2E8F0"/>
                </a:solidFill>
                <a:latin typeface="Courier New"/>
              </a:rPr>
              <a:t>                              SSE: {type:'token', text:'...'}  →  {type:'done'}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28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AI Agent — 7 Live Tool Integrations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Icon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System Hit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 Question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query_analytics_db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🔍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EC21 MySQL (SELECT only)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Which doctor earned the most revenue?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get_pipeline_status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🔄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Airflow REST API :8080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When did the pipeline last run?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trigger_analytics_pipeline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▶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Airflow REST API (POST)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Refresh the analytics data now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check_infrastructure_health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🖥️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TCP + HTTP probes (10 svc)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Are all services healthy?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get_kafka_topic_info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📨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Kafka UI REST :8085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How many messages in billing topic?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get_flink_job_status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⚡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Flink REST API :8081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Is the streaming pipeline running?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get_mysql_row_counts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🗄️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EC21 MySQL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How many records in each table?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2120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Model: meta-llama/llama-4-scout-17b-16e-instruct  |  Provider: Groq (free tier)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Free tier limits: 100,000 tokens/day, 6,000 tokens/min  |  Max tokens per response: 2,048  |  Temperature: 0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SQL safety: only SELECT statements allowed in query_analytics_db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29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Manual Loop Instead of LangChain Agent?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create_tool_calling_agent + Groq free tier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+ long tool descriptions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→ LLaMA generates &lt;function=name {...}&gt;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  (native format, not OpenAI JSON)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→ LangChain agent executor crashes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AsyncCallbackHandler triggered different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  Groq code path → failed_generation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Calibri"/>
              </a:rPr>
              <a:t>The Fix — Manual bind_tools()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72768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llm.bind_tools(ALL_TOOLS).ainvoke(messages)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Loop max 8 iterations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Check response.tool_calls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If present: execute → append ToolMessage → loop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If absent: return response.content ✓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tc['args'] or {} — fixes args=None crash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E2E8F0"/>
                </a:solidFill>
                <a:latin typeface="Calibri"/>
              </a:rPr>
              <a:t>• No AsyncCallbackHandler on SSE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27432" cy="53949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AI Chat — Example Interactions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User Question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Tool(s) Used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AI Response Summary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How many patients are in the system?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🗄️ get_mysql_row_counts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20 patients, 10 doctors, 100 appointments, 100 treatments, 100 billing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Which doctor earned the most revenue?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🔍 query_analytics_db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Dr. [Name] — ₹4,82,350 total from 48 appointments (Oncology, Central Hospital)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Is the Flink streaming job running?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⚡ get_flink_job_status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✅ RUNNING — Uptime: 2h 14m 33s — Last checkpoint: 8s ago (342ms)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What is the pipeline status?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🔄 get_pipeline_status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State: success — Run: 2026-05-23 02:00 UTC — All 7 tasks green (4m 38s total)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Are all services healthy?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🖥️ check_infrastructure_health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9/10 online — EC21 Zookeeper offline (connection refused)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How many Kafka messages processed?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📨 get_kafka_topic_info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patients:20, doctors:10, appointments:100, treatments:100, billing:100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65151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Show top 5 doctors by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🔍 query_analytics_db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Markdown table — Dr. Smith, Dr. Kumar, ... with score, revenue, completion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Functional Requirements (FR-01 to FR-17)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2997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FR-01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Ingest 5 healthcare event types via Kafka topics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Ingestion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FR-02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Producer auto-creates topics via KafkaAdminClient if missing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Ingestion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FR-03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Send 20 patients + 10 doctors before starting event loop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Ingestion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FR-04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Validate all 5 entity types against entity-specific business rules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Streaming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FR-05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Route invalid records to named side-output — not silently dropped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Streaming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FR-06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Upsert valid records via INSERT ... ON DUPLICATE KEY UPDATE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Streaming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FR-07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Flink checkpoints state every 10 seconds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Streaming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FR-08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Airflow DAG executes daily at 02:00 UTC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FR-09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DAG verifies MySQL connectivity + data before proceeding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FR-10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DAG idempotently creates 15 analytical tables on every run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FR-11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Financial, Operational, Patient Spark jobs run in parallel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FR-12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Dashboard exposes 7 REST routers with CORS enabled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FR-13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Users view 6 analytics pages + AI chat page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FR-14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Users submit records from DataEntry page directly to Kafka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FR-15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 chat answers natural language questions using 7 live tools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 Chat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FR-16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 responses stream to browser via Server-Sent Events (SSE)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 Chat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FR-17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System shows live health of 10 services via TCP + HTTP probes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Infra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Non-Functional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5966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NFR-01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Kafka message lag under normal load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&lt; 500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NFR-02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Flink-to-MySQL upsert latency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&lt; 2 seconds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NFR-03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All 4 Spark jobs complete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&lt; 10 minutes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NFR-04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Dashboard API analytics reads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&lt; 500 ms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NFR-05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Infrastructure health check (10 probes)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&lt; 5 seconds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Reliability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NFR-06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Core services auto-restart on failure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restart: unless-stopped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Reliability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NFR-07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Airflow retry on task failure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2× with 5 min delay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Reliability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NFR-08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Producer + job-submitter run exactly once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restart: no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Reliability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NFR-09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Health checks on all critical containers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interval/timeout/retries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Scalability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NFR-10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Kafka supports adding partitions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No restart needed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Scalability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NFR-11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Spark workers scale horizontally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docker compose scale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NFR-12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Credentials in .env — never hardcoded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.env + os.getenv()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NFR-13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 SQL limited to SELECT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Prefix check in tool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596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Maintainability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NFR-14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Shared Spark utilities in utils.py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4 jobs import utils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Testing Strategy &amp;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Testing &amp;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Results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Flink validators (5 functions)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Call with valid + each invalid input, assert (bool, str)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All edge cases pass — gender, date, cost, status checks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Producer → Kafka → Flink → MySQL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docker compose up, send event, query MySQL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20 patients, 10 doctors, 100×3 event rows confirmed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Full EC21 → EC22 pipeline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Live AWS deployment — producer + Airflow trigger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15 analytics tables populated, all dashboard pages show data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Dashboard UI + AI chat (7 tools)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Browser — click all pages, send 7 AI queries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All pages load, all 7 AI tools return valid responses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7947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Measured Results: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114800"/>
          <a:ext cx="111556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MySQL row counts after producer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20 patients | 10 doctors | 100 appointments | 100 treatments | 100 billing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Flink job state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RUNNING — checkpoints every 10s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Airflow DAG total duration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4 – 6 minutes (3 Spark jobs in parallel)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Analytics tables populated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All 15 analytics_* tables with correct aggregations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34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Deployment Guide &amp; Challenges Solved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1183112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Testing &amp;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5480" y="182880"/>
            <a:ext cx="2194560" cy="338328"/>
          </a:xfrm>
          <a:prstGeom prst="rect">
            <a:avLst/>
          </a:prstGeom>
          <a:solidFill>
            <a:srgbClr val="454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Step-by-Step Deployment: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1. AWS: Launch 2× m7i-flex.large EC2 (ap-south-1) — configure security groups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2. EC21: SSH → install Docker → fill .env → docker compose up -d → verify Kafka + Flink + MySQL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3. EC22: SSH → install Docker → fill .env (EC21 IP, Fernet key, Groq key) → docker compose up -d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4. Airflow UI: create spark_default connection → spark://spark-master:7077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5. Unpause DAG → Trigger first manual run → verify all 15 tables populated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2E8F0"/>
                </a:solidFill>
                <a:latin typeface="Calibri"/>
              </a:rPr>
              <a:t>• 6. Open dashboard: http://3.6.92.19:3000 — test all 7 pages + AI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375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366F1"/>
                </a:solidFill>
                <a:latin typeface="Calibri"/>
              </a:rPr>
              <a:t>7 Bugs Fixed During Deployment: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3657600"/>
          <a:ext cx="111556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36004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Bug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pydantic version conflict (2.7.1 &lt; 2.7.4 required)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pydantic&gt;=2.7.4,&lt;3.0.0 in requirements.txt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langchain 1.x removed create_tool_calling_agent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langchain&gt;=0.3.0,&lt;1.0.0 pinned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PEM file chmod fails on NTFS mount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cp to /dev/shm/ → chmod 400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args=None crash on no-arg LangChain tools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tc['args'] or {} in agent loop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Groq service_tier=on_demand error on free tier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Removed param from ChatGroq() constructor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LLaMA generates &lt;function=&gt; format (not OpenAI JSON)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Manual bind_tools().ainvoke() loop replaces agent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6004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AsyncCallbackHandler → failed_generation on SSE path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Removed callbacks from SSE endpoint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338560" y="65379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  <a:latin typeface="Calibri"/>
              </a:rPr>
              <a:t>35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